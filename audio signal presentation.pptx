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4" r:id="rId10"/>
    <p:sldId id="269" r:id="rId11"/>
    <p:sldId id="263" r:id="rId12"/>
    <p:sldId id="271" r:id="rId13"/>
    <p:sldId id="265" r:id="rId14"/>
    <p:sldId id="272" r:id="rId15"/>
    <p:sldId id="267" r:id="rId16"/>
    <p:sldId id="270" r:id="rId17"/>
    <p:sldId id="266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44383-C25D-4984-88A1-EA846C18D8B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21987-038A-4C97-866B-06B990D607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14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21987-038A-4C97-866B-06B990D6079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848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21987-038A-4C97-866B-06B990D6079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075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38609-2E50-D3BA-04E6-254813D92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A0BC6-C569-E682-AA13-123671FA7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FB27D-B126-7A77-C792-4B4C7AF08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F3A0-020A-4940-AFE5-4D0E7ECDD3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7C54C-CB1F-C2F1-C501-A371B2092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4B06A-C928-CFF3-031C-05934171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9474-D442-4129-B83D-CEDE8B5B3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877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5411E-96A1-0571-86E2-D4B2771E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0377E-7483-3FF0-D9C5-B0E394078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1AA2A-5B7B-024B-6F70-0901D508C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F3A0-020A-4940-AFE5-4D0E7ECDD3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EDDB3-218E-E931-DF1B-B118FF35D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8712F-97ED-400C-823D-CD0F949C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9474-D442-4129-B83D-CEDE8B5B3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37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B3576-2CC5-B6FC-07D9-46DD187F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4BBC6-1D6E-9B36-2015-74B100062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1D63E-D176-51F1-1011-CC05D7E0B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F3A0-020A-4940-AFE5-4D0E7ECDD3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3FF0D-A748-BA0D-C243-3D42EA56A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E81BD-F6A2-5A22-4BB3-53B21EC6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9474-D442-4129-B83D-CEDE8B5B3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72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006A-5B0F-BCBF-5AB6-5166E0B6A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050C1-8DB8-72A8-0D1E-2C1F7CDCD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C010C-E1AA-E3CA-5FD6-A5C75ECDE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85D8D-7A58-228D-5979-03CF33CA3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F3A0-020A-4940-AFE5-4D0E7ECDD3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8D737-22D6-F0B2-E47A-4BFA246F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410F6-35D7-3694-4F69-9884DD85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9474-D442-4129-B83D-CEDE8B5B3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464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752F-D281-BAAF-4F1C-004232DAA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ADB09-21C3-0006-5E57-55AA8E43C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D373A-B550-6695-2F44-E23F77A47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BAD73-E212-92A0-183F-54A4F1D39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F82823-D186-96CF-90AD-92A9DEDF6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7FE7F5-9B43-8C6E-4ED4-65F451B8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F3A0-020A-4940-AFE5-4D0E7ECDD3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7F626B-B724-4990-2AC1-2A1A44CB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5E2DA5-3A3D-9BEA-7233-721E2E195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9474-D442-4129-B83D-CEDE8B5B3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348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3B8C0-A302-8027-92B1-AC4A50EC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7F72DE-ECCC-42E5-65F2-6D758D9BE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F3A0-020A-4940-AFE5-4D0E7ECDD3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C8535-0C7B-AD53-0795-75AF008C6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3712B-D600-8A77-D024-C10E15880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9474-D442-4129-B83D-CEDE8B5B3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037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58F7A-93AE-0492-5AEF-D3E6D64C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F3A0-020A-4940-AFE5-4D0E7ECDD3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045AA-75AC-445B-CB83-23DCF062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DBB84-AD81-0041-2362-6AF4D3FE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9474-D442-4129-B83D-CEDE8B5B3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67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4030-0752-4E02-A6D8-5827FDFF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2B0A4-C517-E69C-C305-A681CA856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03F70-BE3A-797A-0CAD-6D7C54657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DBF43-44DA-47AD-4A9A-0F1372BD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F3A0-020A-4940-AFE5-4D0E7ECDD3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6603E-9DA1-12F6-BE23-79D872B6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631D8-35FF-E27B-2D3A-C4579691F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9474-D442-4129-B83D-CEDE8B5B3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077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A4EC3-040F-A0C0-4DF1-316FD14F1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797883-93B8-7EC6-058F-5C49C787BE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EEBED-F961-0515-6510-C11D7BCD7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96428-E91D-21F1-C05B-7C7C7369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F3A0-020A-4940-AFE5-4D0E7ECDD3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599A6-AB90-B732-DA0E-C6372636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031A2-F0C0-5BC5-3BB4-3ABEA5E05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9474-D442-4129-B83D-CEDE8B5B3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51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350C6-B5D6-C3CF-2C6E-BA21D80BB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FEA23-9179-A827-DCBE-82294CA18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7DA1D-9C08-053A-4D90-F55E046C3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F3A0-020A-4940-AFE5-4D0E7ECDD3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31637-DB98-4346-7D9C-02B336AD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D23B2-ED71-4280-2C0C-DF701AA84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9474-D442-4129-B83D-CEDE8B5B3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43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D1C455-ADA8-7E22-4A0F-9BA299EBB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9E044-7F74-D534-8E1C-4DBD75127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7929E-51E3-AA83-BE3A-13B144BC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CF3A0-020A-4940-AFE5-4D0E7ECDD3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17F9E-E25B-F9F0-62C7-D1FADEFA1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8D7A1-9208-1493-7F66-63A25E0C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9474-D442-4129-B83D-CEDE8B5B3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40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ACD3DE-7303-5A61-2402-247DC227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1DD1D-03E3-F155-FAD7-59386A92A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0636F-8717-487C-70E0-166F5B2D5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CF3A0-020A-4940-AFE5-4D0E7ECDD3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BE1C0-7870-2763-BBC4-868F72145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4FD55-FBD8-AF5D-8FF6-D20EDD303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69474-D442-4129-B83D-CEDE8B5B3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45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udiosignalprocessingassistantagent-4aqbzczot2zuj4sejyoq59.streamlit.app/" TargetMode="External"/><Relationship Id="rId2" Type="http://schemas.openxmlformats.org/officeDocument/2006/relationships/hyperlink" Target="https://github.com/AjayGarshakurthi/Audio_Signal_processing_Assistant_Agen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6C199-11A0-1165-3585-BCFCA39FA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52562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GB" b="1" dirty="0">
                <a:latin typeface="+mn-lt"/>
              </a:rPr>
            </a:br>
            <a:r>
              <a:rPr lang="en-GB" sz="6700" b="1" dirty="0">
                <a:latin typeface="+mn-lt"/>
              </a:rPr>
              <a:t>IBM University Engagement</a:t>
            </a:r>
            <a:br>
              <a:rPr lang="en-GB" sz="6700" b="1" dirty="0">
                <a:latin typeface="+mn-lt"/>
              </a:rPr>
            </a:br>
            <a:r>
              <a:rPr lang="en-GB" sz="6700" b="1" dirty="0">
                <a:latin typeface="+mn-lt"/>
              </a:rPr>
              <a:t>Project Submission</a:t>
            </a:r>
            <a:endParaRPr lang="en-IN" sz="67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7D94F-AA28-480B-F6DD-1CD711832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40162"/>
            <a:ext cx="9144000" cy="1655762"/>
          </a:xfrm>
        </p:spPr>
        <p:txBody>
          <a:bodyPr>
            <a:normAutofit/>
          </a:bodyPr>
          <a:lstStyle/>
          <a:p>
            <a:r>
              <a:rPr lang="en-GB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“Exploring the  power of Agentic AI with IBM Cloud and Orchestrate”</a:t>
            </a:r>
            <a:endParaRPr lang="en-IN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40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251C-1A70-92D5-3EC7-0D9448713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>
                <a:latin typeface="+mn-lt"/>
              </a:rPr>
              <a:t>Project Title: Audio Signal Processing Assistant Agent</a:t>
            </a:r>
            <a:br>
              <a:rPr lang="en-GB" sz="2800" b="1" dirty="0">
                <a:latin typeface="+mn-lt"/>
              </a:rPr>
            </a:br>
            <a:br>
              <a:rPr lang="en-GB" sz="2800" b="1" dirty="0">
                <a:latin typeface="+mn-lt"/>
              </a:rPr>
            </a:br>
            <a:r>
              <a:rPr lang="en-GB" sz="2800" b="1" dirty="0">
                <a:latin typeface="+mn-lt"/>
              </a:rPr>
              <a:t>Domain of the Project: Education</a:t>
            </a:r>
            <a:endParaRPr lang="en-IN" sz="2800" b="1" dirty="0"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421628-71E3-56AE-9DB3-F53DE4F4E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095133"/>
              </p:ext>
            </p:extLst>
          </p:nvPr>
        </p:nvGraphicFramePr>
        <p:xfrm>
          <a:off x="838200" y="1980293"/>
          <a:ext cx="9945414" cy="3768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986">
                  <a:extLst>
                    <a:ext uri="{9D8B030D-6E8A-4147-A177-3AD203B41FA5}">
                      <a16:colId xmlns:a16="http://schemas.microsoft.com/office/drawing/2014/main" val="183551366"/>
                    </a:ext>
                  </a:extLst>
                </a:gridCol>
                <a:gridCol w="2899076">
                  <a:extLst>
                    <a:ext uri="{9D8B030D-6E8A-4147-A177-3AD203B41FA5}">
                      <a16:colId xmlns:a16="http://schemas.microsoft.com/office/drawing/2014/main" val="3103279837"/>
                    </a:ext>
                  </a:extLst>
                </a:gridCol>
                <a:gridCol w="3241222">
                  <a:extLst>
                    <a:ext uri="{9D8B030D-6E8A-4147-A177-3AD203B41FA5}">
                      <a16:colId xmlns:a16="http://schemas.microsoft.com/office/drawing/2014/main" val="342552471"/>
                    </a:ext>
                  </a:extLst>
                </a:gridCol>
                <a:gridCol w="1688130">
                  <a:extLst>
                    <a:ext uri="{9D8B030D-6E8A-4147-A177-3AD203B41FA5}">
                      <a16:colId xmlns:a16="http://schemas.microsoft.com/office/drawing/2014/main" val="599582077"/>
                    </a:ext>
                  </a:extLst>
                </a:gridCol>
              </a:tblGrid>
              <a:tr h="1321430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    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  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               Passport Photo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         Email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 Mobile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895634"/>
                  </a:ext>
                </a:extLst>
              </a:tr>
              <a:tr h="2447436">
                <a:tc>
                  <a:txBody>
                    <a:bodyPr/>
                    <a:lstStyle/>
                    <a:p>
                      <a:r>
                        <a:rPr lang="en-GB" dirty="0"/>
                        <a:t>    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Garshakurthi Ajay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ajaygarshakurthi9@gmail.com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7013080514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06683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C604688-030C-63B7-245F-91608FA7F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316" y="3513083"/>
            <a:ext cx="1915449" cy="204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50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6A45-602D-44A8-4A89-1C1521201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87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Statement: Audio Signal Processing Assistant</a:t>
            </a:r>
            <a:b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9D973-E58C-F442-25A4-5216068C3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37" y="830317"/>
            <a:ext cx="11303366" cy="508739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6400" b="1" dirty="0">
                <a:latin typeface="Arial" panose="020B0604020202020204" pitchFamily="34" charset="0"/>
                <a:cs typeface="Arial" panose="020B0604020202020204" pitchFamily="34" charset="0"/>
              </a:rPr>
              <a:t>The Challenge:</a:t>
            </a:r>
          </a:p>
          <a:p>
            <a:pPr marL="0" indent="0">
              <a:buNone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Audio Signal Processing is one of the most important subjects in Electronics, Communication Engineering, Embedded </a:t>
            </a:r>
          </a:p>
          <a:p>
            <a:pPr marL="0" indent="0">
              <a:buNone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Systems, Artificial Intelligence, and Multimedia applications. However, students and professionals often face difficulties in </a:t>
            </a:r>
          </a:p>
          <a:p>
            <a:pPr marL="0" indent="0">
              <a:buNone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understanding complicated theoretical concepts such as Fourier Transform, Fast Fourier Transform (FFT), Digital Filters, </a:t>
            </a:r>
          </a:p>
          <a:p>
            <a:pPr marL="0" indent="0">
              <a:buNone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FIR and IIR Filters, Sampling Theorem, Aliasing, Modulation, Operational Amplifiers, Signal Reconstruction, and Noise </a:t>
            </a:r>
          </a:p>
          <a:p>
            <a:pPr marL="0" indent="0">
              <a:buNone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Reduction.</a:t>
            </a:r>
          </a:p>
          <a:p>
            <a:pPr marL="0" indent="0">
              <a:buNone/>
            </a:pPr>
            <a:r>
              <a:rPr lang="en-IN" sz="6400" b="1" dirty="0">
                <a:latin typeface="Arial" panose="020B0604020202020204" pitchFamily="34" charset="0"/>
                <a:cs typeface="Arial" panose="020B0604020202020204" pitchFamily="34" charset="0"/>
              </a:rPr>
              <a:t>  The Objective:</a:t>
            </a:r>
          </a:p>
          <a:p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The objective of this project is to build an AI-powered Audio Signal Processing Assistant using IBM </a:t>
            </a:r>
            <a:r>
              <a:rPr lang="en-IN" sz="6400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 Orchestrate </a:t>
            </a:r>
          </a:p>
          <a:p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and GPT-OSS-120B </a:t>
            </a:r>
          </a:p>
          <a:p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that serves as a virtual educational assistant for students, educators, and professionals.</a:t>
            </a:r>
          </a:p>
          <a:p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The proposed system aims to:</a:t>
            </a:r>
          </a:p>
          <a:p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Provide instant answers to Audio Signal Processing questions. </a:t>
            </a:r>
          </a:p>
          <a:p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Explain DSP concepts in beginner-friendly language. </a:t>
            </a:r>
          </a:p>
          <a:p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Simplify complex mathematical and theoretical topics. </a:t>
            </a:r>
          </a:p>
          <a:p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Answer questions related to filters, sampling, FFT, aliasing, modulation, and amplifiers. </a:t>
            </a:r>
          </a:p>
          <a:p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Deliver conversational AI support through an interactive chatbot. </a:t>
            </a:r>
          </a:p>
          <a:p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Maintain chat history for continuous conversations. </a:t>
            </a:r>
          </a:p>
          <a:p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Allow users to download previous conversations for future reference. </a:t>
            </a:r>
          </a:p>
          <a:p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Improve the learning experience through AI-powered educational assistance.</a:t>
            </a:r>
          </a:p>
          <a:p>
            <a:pPr marL="0" indent="0">
              <a:buNone/>
            </a:pPr>
            <a:endParaRPr lang="en-IN" sz="6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5241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A3A6-443E-93A5-7429-4156F017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8535" y="149741"/>
            <a:ext cx="10515600" cy="531296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E1035-EBD4-C8CC-B9E3-1D48E5135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93" y="681037"/>
            <a:ext cx="10800907" cy="549592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Proposed Solution: AI-Powered Audio Signal Processing Assistant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The proposed solution is an intelligent educational chatbot developed using IBM </a:t>
            </a:r>
            <a:r>
              <a:rPr lang="en-IN" sz="1900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  Orchestrate SDK, GPT-OSS-120B, Python, and </a:t>
            </a:r>
            <a:r>
              <a:rPr lang="en-IN" sz="19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The application acts as a virtual tutor that enables users to ask questions related to Audio Signal </a:t>
            </a: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   Processing and instantly receive detailed, context-aware explanations generated by a Large Language </a:t>
            </a: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   Model (LLM).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The system accepts user queries through a modern </a:t>
            </a:r>
            <a:r>
              <a:rPr lang="en-IN" sz="19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interface. The user's question is securely </a:t>
            </a: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   transmitted to IBM </a:t>
            </a:r>
            <a:r>
              <a:rPr lang="en-IN" sz="1900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Orchestrate, which authenticates the request and forwards it to the GPT-</a:t>
            </a: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   OSS-120B model. The language model processes the request, understands the technical context, and </a:t>
            </a: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   generates an educational response.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The generated answer is displayed within the chat interface while preserving the complete </a:t>
            </a: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   conversation history. Users can continue asking follow-up questions, allowing the AI to maintain </a:t>
            </a: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   conversational context and provide more meaningful explanations.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The application includes several educational features such as suggested questions, downloadable </a:t>
            </a: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  conversation history, responsive user interface, dark theme design, and interactive chat capabilities.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Overall, the proposed solution provides a simple, intelligent, and accessible learning platform that </a:t>
            </a: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   helps users understand difficult Audio Signal Processing concepts through natural language interaction.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6792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D1864-B927-2CCB-7339-5BD8A8563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370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F843D-0642-0596-5DF3-5BF55D987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91" y="988828"/>
            <a:ext cx="10769009" cy="51881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project utilizes several modern AI and web development technologies to build an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intelligent educational assistant.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IBM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Orchestrate SDK-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Used to securely communicate with IBM-hosted Large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Language Models while handling authentication and model orchestration.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GPT-OSS-120B-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 powerful open-source Large Language Model used for reasoning, technical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explanations, and educational question answering.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Primary programming language used to implement the backend logic and integrate AI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services.</a:t>
            </a:r>
          </a:p>
          <a:p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Used to build a responsive and interactive web application with minimal development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effort.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HTML &amp; CSS-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Used to customize the appearance of the chatbot interface and improve user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experience.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GitHub-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Used for version control, project collaboration, and source code management.</a:t>
            </a:r>
          </a:p>
          <a:p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Community Cloud-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Used to deploy the project online and make it accessible through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a web browser.</a:t>
            </a:r>
          </a:p>
          <a:p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Dotenv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Used to securely manage environment variables during local development.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737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0C2B-BD9C-ED9D-6561-389F0B52F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549" y="674022"/>
            <a:ext cx="10515600" cy="58117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Components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5846C-B1DA-C937-36C6-BD987773B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72" y="1499744"/>
            <a:ext cx="10515600" cy="5495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The project is developed using IBM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Orchestrate SDK instead of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LangFlow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. The following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components are integrated within the application.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Chat Input Component-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Accepts user questions related to Audio Signal Processing.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IBM 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 Orchestrate SDK-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Handles secure communication with IBM AI services and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  authenticates requests.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GPT-OSS-120B Model-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Processes user queries and generates intelligent educational responses.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Chat Output Component-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Displays AI-generated responses in a conversational format.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Session State-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Stores the complete chat history throughout the user session.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Download Component-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Allows users to export the complete conversation as a text document.</a:t>
            </a:r>
          </a:p>
          <a:p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 Interface-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Provides an intuitive and responsive graphical interface for users.</a:t>
            </a:r>
          </a:p>
        </p:txBody>
      </p:sp>
    </p:spTree>
    <p:extLst>
      <p:ext uri="{BB962C8B-B14F-4D97-AF65-F5344CB8AC3E}">
        <p14:creationId xmlns:p14="http://schemas.microsoft.com/office/powerpoint/2010/main" val="139041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D4088-2D8C-7331-E369-BAFCFD5F3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0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Agent instructions Screenshot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A3BED85-9AD2-25B4-1F6B-96CCDF4D7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18" y="1050369"/>
            <a:ext cx="11031236" cy="475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22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E4B4A-44A6-E8C7-4ECF-B5F9401F3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5248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Document uploaded Screenshot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F7FBB6-C66A-9F89-F8B3-7A53F1AB0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48" y="1552468"/>
            <a:ext cx="10714703" cy="426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216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4CF3-EC3C-E0FE-FEDA-1535BCC5C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93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Prompt with output screenshot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097410-10E4-3104-2A38-12B362634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10" y="1190847"/>
            <a:ext cx="9851922" cy="464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70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912B-31AB-D3E3-5313-DB1F8C335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1" y="0"/>
            <a:ext cx="10515600" cy="814746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latin typeface="+mn-lt"/>
              </a:rPr>
              <a:t>Architecture Blueprint</a:t>
            </a:r>
            <a:endParaRPr lang="en-IN" sz="2800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8ED96C-415D-C797-1B51-A61B0E3C0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157" y="1091381"/>
            <a:ext cx="10197933" cy="52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12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6228-4A24-C9F4-CEC9-960109EC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0661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LangFlow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Components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20B33-F416-20CD-F3B2-E578C6F11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321" y="1105786"/>
            <a:ext cx="10726479" cy="5071177"/>
          </a:xfrm>
        </p:spPr>
        <p:txBody>
          <a:bodyPr>
            <a:normAutofit fontScale="77500" lnSpcReduction="20000"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Chat Input-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Chat Input component serves as the entry point of the workflow. It allows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users to enter questions related to Audio Signal Processing through a conversational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interface. The component captures user queries and forwards them to the AI agent for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processing.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Agent -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Agent is the core component of the application. It is configured with the IBM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Orchestrate GPT-OSS-120B language model and custom instructions to behave as an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Audio Signal Processing expert. The agent understands user queries, performs reasoning, and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generates accurate educational responses.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Language Model (Connected inside the Agent)-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Agent is connected to the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GPT-OSS-</a:t>
            </a:r>
          </a:p>
          <a:p>
            <a:pPr marL="0" indent="0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  120B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Large Language Model available through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IBM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Orchestrate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 This model performs  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natural language understanding, reasoning, and response generation.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Agent Instructions-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Agent Instructions define the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of the AI assistant. They specify that the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model should act as an Audio Signal Processing expert and provide accurate, beginner-friendly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explanations while remaining focused on the subject domain.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Chat Output-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Chat Output component displays the response generated by the AI agent. It provides an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interactive conversational interface where users can read explanations and continue asking follow-up questions.</a:t>
            </a:r>
          </a:p>
          <a:p>
            <a:endParaRPr lang="en-IN" sz="2100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04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CDE5-35A5-E3E6-63F6-A8BAA2C1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31" y="366493"/>
            <a:ext cx="10515600" cy="49672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Langflow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6A62AE-D6BB-4D6F-B5DF-0F049EEEF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64" y="1135117"/>
            <a:ext cx="10712669" cy="510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8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55AD5-F490-886D-97F6-42891647F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089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Role of Agentic AI in the Solution</a:t>
            </a:r>
            <a:b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A99BB-35BD-D130-BA40-A63125263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71870"/>
            <a:ext cx="10747249" cy="59861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Role of Agentic AI in the Solution</a:t>
            </a:r>
          </a:p>
          <a:p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Agentic AI plays a central role in transforming the application from a traditional question-answering </a:t>
            </a:r>
          </a:p>
          <a:p>
            <a:pPr marL="0" indent="0">
              <a:buNone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    system into an intelligent educational assistant.</a:t>
            </a:r>
          </a:p>
          <a:p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Instead of returning predefined answers, the AI understands the user's intent, interprets technical </a:t>
            </a:r>
          </a:p>
          <a:p>
            <a:pPr marL="0" indent="0">
              <a:buNone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    terminology, reasons about the requested topic, and generates educational responses dynamically.</a:t>
            </a:r>
          </a:p>
          <a:p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The GPT-OSS-120B model performs advanced reasoning to explain difficult Audio Signal Processing </a:t>
            </a:r>
          </a:p>
          <a:p>
            <a:pPr marL="0" indent="0">
              <a:buNone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     concepts in a simplified manner. IBM </a:t>
            </a:r>
            <a:r>
              <a:rPr lang="en-IN" sz="2100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 Orchestrate manages authentication, secure </a:t>
            </a:r>
          </a:p>
          <a:p>
            <a:pPr marL="0" indent="0">
              <a:buNone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     communication, and model access, enabling seamless interaction between the user and the AI  </a:t>
            </a:r>
          </a:p>
          <a:p>
            <a:pPr marL="0" indent="0">
              <a:buNone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     model.</a:t>
            </a:r>
          </a:p>
          <a:p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Agentic AI allows the system to:</a:t>
            </a:r>
          </a:p>
          <a:p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Understand natural language questions. </a:t>
            </a:r>
          </a:p>
          <a:p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Explain technical DSP concepts. </a:t>
            </a:r>
          </a:p>
          <a:p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Maintain conversation context. </a:t>
            </a:r>
          </a:p>
          <a:p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Generate personalized educational responses. </a:t>
            </a:r>
          </a:p>
          <a:p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Support continuous learning through conversational interaction. </a:t>
            </a:r>
          </a:p>
          <a:p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Adapt explanations according to user questions. </a:t>
            </a:r>
          </a:p>
          <a:p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This intelligent </a:t>
            </a:r>
            <a:r>
              <a:rPr lang="en-IN" sz="21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 makes the assistant function like a virtual tutor rather than a simple chatbot.</a:t>
            </a:r>
          </a:p>
          <a:p>
            <a:pPr marL="0" indent="0">
              <a:buNone/>
            </a:pPr>
            <a:b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5191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B3540-BF04-C906-AB1B-34AD06B68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1827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GitHub link: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EE386-078B-E0ED-D251-B11CE7815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Github</a:t>
            </a:r>
            <a:r>
              <a:rPr lang="en-GB" dirty="0"/>
              <a:t> Link:  </a:t>
            </a:r>
            <a:r>
              <a:rPr lang="en-GB" u="sng" dirty="0">
                <a:hlinkClick r:id="rId2"/>
              </a:rPr>
              <a:t>https://github.com/</a:t>
            </a:r>
            <a:r>
              <a:rPr lang="en-GB" dirty="0">
                <a:hlinkClick r:id="rId2"/>
              </a:rPr>
              <a:t>AjayGarshakurthi</a:t>
            </a:r>
            <a:r>
              <a:rPr lang="en-GB" u="sng" dirty="0">
                <a:hlinkClick r:id="rId2"/>
              </a:rPr>
              <a:t>/Audio_Signal_processing_Assistant_Agent</a:t>
            </a:r>
            <a:endParaRPr lang="en-GB" u="sng" dirty="0"/>
          </a:p>
          <a:p>
            <a:pPr marL="0" indent="0">
              <a:buNone/>
            </a:pPr>
            <a:endParaRPr lang="en-GB" u="sng" dirty="0"/>
          </a:p>
          <a:p>
            <a:pPr marL="0" indent="0">
              <a:buNone/>
            </a:pPr>
            <a:r>
              <a:rPr lang="en-IN" u="sng" dirty="0" err="1"/>
              <a:t>Streamlit</a:t>
            </a:r>
            <a:r>
              <a:rPr lang="en-IN" u="sng" dirty="0"/>
              <a:t> Deployment Link: </a:t>
            </a:r>
          </a:p>
          <a:p>
            <a:pPr marL="0" indent="0">
              <a:buNone/>
            </a:pPr>
            <a:r>
              <a:rPr lang="en-IN" dirty="0">
                <a:hlinkClick r:id="rId3"/>
              </a:rPr>
              <a:t>Audio Signal Processing Assistant · </a:t>
            </a:r>
            <a:r>
              <a:rPr lang="en-IN" dirty="0" err="1">
                <a:hlinkClick r:id="rId3"/>
              </a:rPr>
              <a:t>Streamlit</a:t>
            </a:r>
            <a:endParaRPr lang="en-IN" u="sng" dirty="0"/>
          </a:p>
          <a:p>
            <a:pPr marL="0" indent="0">
              <a:buNone/>
            </a:pP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2062900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78F78-ACBF-FC84-8417-C879B93E5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112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Novelty and Uniqueness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514F9-3AE6-292F-8D60-907DE68ED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116" y="861238"/>
            <a:ext cx="10662684" cy="5315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The proposed Audio Signal Processing Assistant introduces several innovative features that distinguish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it from conventional educational chatbots.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Intelligent Educational Assistant-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Provides AI-generated explanations specifically focused on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   Audio Signal Processing.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IBM 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 Orchestrate Integration-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Uses IBM enterprise-grade AI infrastructure for secure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   authentication and model orchestration.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GPT-OSS-120B Integration-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Leverages advanced reasoning capabilities for generating detailed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   technical explanations.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Interactive Learning-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Supports continuous conversation rather than isolated question answering.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Downloadable Conversations-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Allows students to save AI-generated explanations for later study.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Beginner-Friendly Explanations-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Converts complex engineering concepts into easy-to-understand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   language.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Cloud Deployment-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Accessible online through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Community Cloud without local installation.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Responsive User Interface-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Designed with an intuitive dark theme for improved usability.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337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91FC-2BEA-F740-E837-C2C44B8F0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0" y="365126"/>
            <a:ext cx="11225980" cy="952398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  <a:b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CD406-2D3D-9C6C-402B-3F138A947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8" y="1071716"/>
            <a:ext cx="10736826" cy="5073445"/>
          </a:xfrm>
        </p:spPr>
        <p:txBody>
          <a:bodyPr>
            <a:normAutofit fontScale="70000" lnSpcReduction="20000"/>
          </a:bodyPr>
          <a:lstStyle/>
          <a:p>
            <a:r>
              <a:rPr lang="en-IN" sz="2600" b="1" dirty="0">
                <a:latin typeface="Arial" panose="020B0604020202020204" pitchFamily="34" charset="0"/>
                <a:cs typeface="Arial" panose="020B0604020202020204" pitchFamily="34" charset="0"/>
              </a:rPr>
              <a:t>Voice-Based Assistant- 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Integrate Speech-to-Text and Text-to-Speech so users </a:t>
            </a:r>
          </a:p>
          <a:p>
            <a:pPr marL="0" indent="0">
              <a:buNone/>
            </a:pP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   can interact using voice commands.</a:t>
            </a:r>
          </a:p>
          <a:p>
            <a:r>
              <a:rPr lang="en-IN" sz="2600" b="1" dirty="0">
                <a:latin typeface="Arial" panose="020B0604020202020204" pitchFamily="34" charset="0"/>
                <a:cs typeface="Arial" panose="020B0604020202020204" pitchFamily="34" charset="0"/>
              </a:rPr>
              <a:t>PDF-Based Learning- 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Enable users to upload lecture notes, textbooks, or </a:t>
            </a:r>
          </a:p>
          <a:p>
            <a:pPr marL="0" indent="0">
              <a:buNone/>
            </a:pP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   research papers and ask questions using Retrieval-Augmented Generation (RAG).</a:t>
            </a:r>
          </a:p>
          <a:p>
            <a:r>
              <a:rPr lang="en-IN" sz="2600" b="1" dirty="0">
                <a:latin typeface="Arial" panose="020B0604020202020204" pitchFamily="34" charset="0"/>
                <a:cs typeface="Arial" panose="020B0604020202020204" pitchFamily="34" charset="0"/>
              </a:rPr>
              <a:t>Audio File Analysis- 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Allow users to upload WAV or MP3 files for waveform </a:t>
            </a:r>
          </a:p>
          <a:p>
            <a:pPr marL="0" indent="0">
              <a:buNone/>
            </a:pP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   visualization, frequency analysis, FFT computation, and noise analysis.</a:t>
            </a:r>
          </a:p>
          <a:p>
            <a:r>
              <a:rPr lang="en-IN" sz="2600" b="1" dirty="0">
                <a:latin typeface="Arial" panose="020B0604020202020204" pitchFamily="34" charset="0"/>
                <a:cs typeface="Arial" panose="020B0604020202020204" pitchFamily="34" charset="0"/>
              </a:rPr>
              <a:t>Circuit Diagram Recognition- 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Automatically </a:t>
            </a:r>
            <a:r>
              <a:rPr lang="en-IN" sz="2600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and explain </a:t>
            </a:r>
            <a:r>
              <a:rPr lang="en-IN" sz="2600" dirty="0" err="1">
                <a:latin typeface="Arial" panose="020B0604020202020204" pitchFamily="34" charset="0"/>
                <a:cs typeface="Arial" panose="020B0604020202020204" pitchFamily="34" charset="0"/>
              </a:rPr>
              <a:t>analog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and digital audio </a:t>
            </a:r>
          </a:p>
          <a:p>
            <a:pPr marL="0" indent="0">
              <a:buNone/>
            </a:pP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   circuit diagrams.</a:t>
            </a:r>
          </a:p>
          <a:p>
            <a:r>
              <a:rPr lang="en-IN" sz="2600" b="1" dirty="0">
                <a:latin typeface="Arial" panose="020B0604020202020204" pitchFamily="34" charset="0"/>
                <a:cs typeface="Arial" panose="020B0604020202020204" pitchFamily="34" charset="0"/>
              </a:rPr>
              <a:t>DSP Simulations- 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Provide interactive demonstrations of digital filters, FFT, convolution, </a:t>
            </a:r>
          </a:p>
          <a:p>
            <a:pPr marL="0" indent="0">
              <a:buNone/>
            </a:pP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  modulation, and sampling.</a:t>
            </a:r>
          </a:p>
          <a:p>
            <a:r>
              <a:rPr lang="en-IN" sz="2600" b="1" dirty="0">
                <a:latin typeface="Arial" panose="020B0604020202020204" pitchFamily="34" charset="0"/>
                <a:cs typeface="Arial" panose="020B0604020202020204" pitchFamily="34" charset="0"/>
              </a:rPr>
              <a:t>Multilingual Support- 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Support multiple regional and international languages to make the </a:t>
            </a:r>
          </a:p>
          <a:p>
            <a:pPr marL="0" indent="0">
              <a:buNone/>
            </a:pP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   application accessible to a broader audience.</a:t>
            </a:r>
          </a:p>
          <a:p>
            <a:r>
              <a:rPr lang="en-IN" sz="2600" b="1" dirty="0">
                <a:latin typeface="Arial" panose="020B0604020202020204" pitchFamily="34" charset="0"/>
                <a:cs typeface="Arial" panose="020B0604020202020204" pitchFamily="34" charset="0"/>
              </a:rPr>
              <a:t>Student Learning Dashboard- 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Track user learning progress, frequently asked questions, quiz </a:t>
            </a:r>
          </a:p>
          <a:p>
            <a:pPr marL="0" indent="0">
              <a:buNone/>
            </a:pP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   performance, and personalized recommendations.</a:t>
            </a:r>
          </a:p>
          <a:p>
            <a:r>
              <a:rPr lang="en-IN" sz="2600" b="1" dirty="0">
                <a:latin typeface="Arial" panose="020B0604020202020204" pitchFamily="34" charset="0"/>
                <a:cs typeface="Arial" panose="020B0604020202020204" pitchFamily="34" charset="0"/>
              </a:rPr>
              <a:t>AI Tutor Mode- 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Introduce adaptive tutoring that provides quizzes, coding exercises, and practical </a:t>
            </a:r>
          </a:p>
          <a:p>
            <a:pPr marL="0" indent="0">
              <a:buNone/>
            </a:pP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   DSP problems based on the learner's proficiency level.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8627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E76B8-34E9-0777-3162-40C055798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Certificates Earned: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8A5EC2-1114-3DFF-39B8-517C87931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82262"/>
            <a:ext cx="10432312" cy="489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95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B721-409F-88FC-938D-CF16E2DE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454" y="365126"/>
            <a:ext cx="9367345" cy="21294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C3960E-36D7-F176-35D1-4C6956297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29" y="1114096"/>
            <a:ext cx="10515600" cy="582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917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058A-FC9E-75EC-50D6-4C861922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59C9A-0075-DF1A-82D9-D54B811C3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0" indent="0">
              <a:buNone/>
            </a:pPr>
            <a:endParaRPr lang="en-GB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r>
              <a:rPr lang="en-GB" sz="6600" b="1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Thank you for your interest and time</a:t>
            </a:r>
            <a:endParaRPr lang="en-GB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  <a:endParaRPr lang="en-IN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848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1501</Words>
  <Application>Microsoft Office PowerPoint</Application>
  <PresentationFormat>Widescreen</PresentationFormat>
  <Paragraphs>181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 IBM University Engagement Project Submission</vt:lpstr>
      <vt:lpstr>Project Title: Audio Signal Processing Assistant Agent  Domain of the Project: Education</vt:lpstr>
      <vt:lpstr>Problem Statement: Audio Signal Processing Assistant </vt:lpstr>
      <vt:lpstr>                         Proposed Solution</vt:lpstr>
      <vt:lpstr>Technology Used</vt:lpstr>
      <vt:lpstr>Components Used</vt:lpstr>
      <vt:lpstr>Agent instructions Screenshot</vt:lpstr>
      <vt:lpstr>Document uploaded Screenshot</vt:lpstr>
      <vt:lpstr>Prompt with output screenshot</vt:lpstr>
      <vt:lpstr>Architecture Blueprint</vt:lpstr>
      <vt:lpstr>LangFlow Components Used</vt:lpstr>
      <vt:lpstr>Langflow</vt:lpstr>
      <vt:lpstr>Role of Agentic AI in the Solution </vt:lpstr>
      <vt:lpstr>GitHub link:</vt:lpstr>
      <vt:lpstr>Novelty and Uniqueness</vt:lpstr>
      <vt:lpstr>Future Scope </vt:lpstr>
      <vt:lpstr>Certificates Earned:</vt:lpstr>
      <vt:lpstr>PowerPoint Presentation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Garshakurthi</dc:creator>
  <cp:lastModifiedBy>Ajay Garshakurthi</cp:lastModifiedBy>
  <cp:revision>3</cp:revision>
  <dcterms:created xsi:type="dcterms:W3CDTF">2026-07-07T17:43:43Z</dcterms:created>
  <dcterms:modified xsi:type="dcterms:W3CDTF">2026-07-09T04:53:27Z</dcterms:modified>
</cp:coreProperties>
</file>